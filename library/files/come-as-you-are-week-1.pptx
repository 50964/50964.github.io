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06 — Room at the Table/slide-16x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06 — Room at the Table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OBJECTIVE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that Jesus’ table still has room for the people who assume they are not invited — and that C316 exists to make that room visible in Halesowen.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6 SEP  ·  LUKE 14:15–24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06 — Room at the Table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 is bigger than the guest list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invitees make excuses. Jesus is not thrown. The host keeps sending invitations. God’s welcome is not limited to the people who look ready.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6 SEP  ·  LUKE 14:15–24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06 — Room at the Table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on the edge are not plan B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poor, the crippled, the blind and the lame are the ones the servant is told to bring. The gospel is not a leftover. It is aimed at the ones who never expected a seat.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6 SEP  ·  LUKE 14:15–24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06 — Room at the Table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still room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house is not full yet. ‘Compel them to come in’ is not force — it is urgent, personal, going-out love. C316 does not wait for people to find the door.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6 SEP  ·  LUKE 14:15–24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06 — Room at the Table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week, invite one person who would not assume they belong at church to sit with you on Sunday. Don’t just hope they come — go with them.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C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Jesus still makes space for the ones who feel left out.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6 SEP  ·  LUKE 14:15–24  ·  C316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 at the Table — C316</dc:title>
  <dc:subject>Luke 14:15–24</dc:subject>
  <dc:creator>Church 316</dc:creator>
  <cp:lastModifiedBy>Church 316</cp:lastModifiedBy>
  <cp:revision>1</cp:revision>
  <dcterms:created xsi:type="dcterms:W3CDTF">2026-08-24T17:35:07Z</dcterms:created>
  <dcterms:modified xsi:type="dcterms:W3CDTF">2026-08-24T17:35:07Z</dcterms:modified>
</cp:coreProperties>
</file>