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316/Desktop/C316 One Story Six Months/01 — SEP 2026 — Come As You Are/2026-09-20 — The Name on Our Door/slide-16x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316/Desktop/C316 One Story Six Months/01 — SEP 2026 — Come As You Are/2026-09-20 — The Name on Our Door/backgrou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A09">
              <a:alpha val="7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OBJECTIVE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John 3:16 the identity on the door of C316 — God loves this street, this postcode, these people, and sent Jesus to rescue, not to shame.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20 SEP  ·  JOHN 3:16–17  ·  C316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316/Desktop/C316 One Story Six Months/01 — SEP 2026 — Come As You Are/2026-09-20 — The Name on Our Door/backgrou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A09">
              <a:alpha val="7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Loved — the gospel starts with God, not with us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7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we cleaned anything up, God loved. ‘The world’ includes Halesowen. The name on our door is not a brand first — it is a love story.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20 SEP  ·  JOHN 3:16–17  ·  C316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316/Desktop/C316 One Story Six Months/01 — SEP 2026 — Come As You Are/2026-09-20 — The Name on Our Door/backgrou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A09">
              <a:alpha val="7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— love that never costs is not this love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7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God gave his Son. John 3:16 is not a slogan; it is a gift with a cross in the middle. We exist because of that giving.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20 SEP  ·  JOHN 3:16–17  ·  C316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316/Desktop/C316 One Story Six Months/01 — SEP 2026 — Come As You Are/2026-09-20 — The Name on Our Door/backgrou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A09">
              <a:alpha val="7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condemned — Jesus came to save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7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Verse 17 stops the church from becoming a courtroom. The curious, the doubters, the followers are met with rescue, not a raised eyebrow.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20 SEP  ·  JOHN 3:16–17  ·  C316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316/Desktop/C316 One Story Six Months/01 — SEP 2026 — Come As You Are/2026-09-20 — The Name on Our Door/backgrou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A09">
              <a:alpha val="7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John 3:16 by heart this week. Say it over one person in B62 0HY by name — and invite them to the house that verse built.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DC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God so loved the world — including Halesowen.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20 SEP  ·  JOHN 3:16–17  ·  C316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Name on Our Door — C316</dc:title>
  <dc:subject>John 3:16–17</dc:subject>
  <dc:creator>Church 316</dc:creator>
  <cp:lastModifiedBy>Church 316</cp:lastModifiedBy>
  <cp:revision>1</cp:revision>
  <dcterms:created xsi:type="dcterms:W3CDTF">2026-08-24T17:35:07Z</dcterms:created>
  <dcterms:modified xsi:type="dcterms:W3CDTF">2026-08-24T17:35:07Z</dcterms:modified>
</cp:coreProperties>
</file>