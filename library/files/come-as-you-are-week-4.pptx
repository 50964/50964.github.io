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7 — Bring Them With You/slide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7 — Bring Them With You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that faith is rarely a solo project — we carry people to Jesus, and Jesus sees the faith of friends.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27 SEP  ·  MARK 2:1–12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7 — Bring Them With You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friends did what he could not do alone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 on the mat needed carriers. Some people will meet Jesus because someone else refused to come to church empty-handed.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27 SEP  ·  MARK 2:1–12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7 — Bring Them With You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sees their faith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 says ‘their’ faith. A church can believe for someone who is still on the way. Community is part of how healing starts.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27 SEP  ·  MARK 2:1–12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7 — Bring Them With You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roof comes off when love won’t wait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could not get through the door, so they made a hole. Creative, inconvenient love is normal in the kingdom.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27 SEP  ·  MARK 2:1–12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27 — Bring Them With You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one person. Ask them this week. Offer to pick them up. Faith often starts when friends carry someone to Jesus.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C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 often starts when friends carry someone to Jesus.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27 SEP  ·  MARK 2:1–12  ·  C316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Bring Them With You — C316</dc:title>
  <dc:subject>Mark 2:1–12</dc:subject>
  <dc:creator>Church 316</dc:creator>
  <cp:lastModifiedBy>Church 316</cp:lastModifiedBy>
  <cp:revision>1</cp:revision>
  <dcterms:created xsi:type="dcterms:W3CDTF">2026-08-24T17:35:07Z</dcterms:created>
  <dcterms:modified xsi:type="dcterms:W3CDTF">2026-08-24T17:35:07Z</dcterms:modified>
</cp:coreProperties>
</file>