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13 — Curious Is Welcome/slide-16x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13 — Curious Is Welcome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OBJECTIVE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permission to take a first step toward Jesus without having all the answers — curiosity is how faith often begins.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13 SEP  ·  JOHN 1:35–46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13 — Curious Is Welcome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disciples were seekers, not experts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Andrew and the other disciple follow a question more than a lecture. Jesus turns and asks, ‘What do you want?’ He starts with desire, not a test.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13 SEP  ·  JOHN 1:35–46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13 — Curious Is Welcome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invitation is Come and see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Philip does not win an argument with Nathanael. He offers an encounter. C316 is a church for the curious — you do not need certainty to walk through the door.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13 SEP  ·  JOHN 1:35–46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13 — Curious Is Welcome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Curiosity is not a threat to faith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Nathanael’s scepticism (‘Can anything good come from Nazareth?’) is welcomed, not shamed. Honest questions are a doorway, not a problem to manage.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13 SEP  ·  JOHN 1:35–46  ·  C316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c316/Desktop/C316 One Story Six Months/01 — SEP 2026 — Come As You Are/2026-09-13 — Curious Is Welcome/backgrou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A09">
              <a:alpha val="72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your real questions this Sunday. And send one curious friend a simple text: ‘Come and see. I’ll sit with you.’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C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don’t need all the answers to take a first step.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DC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13 SEP  ·  JOHN 1:35–46  ·  C316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Curious Is Welcome — C316</dc:title>
  <dc:subject>John 1:35–46</dc:subject>
  <dc:creator>Church 316</dc:creator>
  <cp:lastModifiedBy>Church 316</cp:lastModifiedBy>
  <cp:revision>1</cp:revision>
  <dcterms:created xsi:type="dcterms:W3CDTF">2026-08-24T17:35:07Z</dcterms:created>
  <dcterms:modified xsi:type="dcterms:W3CDTF">2026-08-24T17:35:07Z</dcterms:modified>
</cp:coreProperties>
</file>