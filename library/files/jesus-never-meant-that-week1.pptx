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cherus Militant Light" charset="1" panose="00000000000000000000"/>
      <p:regular r:id="rId15"/>
    </p:embeddedFont>
    <p:embeddedFont>
      <p:font typeface="Calps Sans" charset="1" panose="02000000000000000000"/>
      <p:regular r:id="rId16"/>
    </p:embeddedFont>
    <p:embeddedFont>
      <p:font typeface="Anton" charset="1" panose="00000500000000000000"/>
      <p:regular r:id="rId17"/>
    </p:embeddedFont>
    <p:embeddedFont>
      <p:font typeface="Acherus Militant Bold" charset="1" panose="00000000000000000000"/>
      <p:regular r:id="rId18"/>
    </p:embeddedFont>
    <p:embeddedFont>
      <p:font typeface="Acherus Militant" charset="1" panose="00000000000000000000"/>
      <p:regular r:id="rId19"/>
    </p:embeddedFont>
    <p:embeddedFont>
      <p:font typeface="DM Sans" charset="1" panose="00000000000000000000"/>
      <p:regular r:id="rId20"/>
    </p:embeddedFont>
    <p:embeddedFont>
      <p:font typeface="DM Sans Bold Italics" charset="1" panose="00000000000000000000"/>
      <p:regular r:id="rId21"/>
    </p:embeddedFont>
    <p:embeddedFont>
      <p:font typeface="DM Sans Bold" charset="1" panose="00000000000000000000"/>
      <p:regular r:id="rId22"/>
    </p:embeddedFont>
    <p:embeddedFont>
      <p:font typeface="Open Sans Light" charset="1" panose="00000000000000000000"/>
      <p:regular r:id="rId23"/>
    </p:embeddedFont>
    <p:embeddedFont>
      <p:font typeface="Open Sans" charset="1" panose="00000000000000000000"/>
      <p:regular r:id="rId24"/>
    </p:embeddedFont>
    <p:embeddedFont>
      <p:font typeface="Canva San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82607" y="5914169"/>
            <a:ext cx="649224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29850" y="-980713"/>
            <a:ext cx="5362363" cy="5362363"/>
          </a:xfrm>
          <a:custGeom>
            <a:avLst/>
            <a:gdLst/>
            <a:ahLst/>
            <a:cxnLst/>
            <a:rect r="r" b="b" t="t" l="l"/>
            <a:pathLst>
              <a:path h="5362363" w="5362363">
                <a:moveTo>
                  <a:pt x="0" y="0"/>
                </a:moveTo>
                <a:lnTo>
                  <a:pt x="5362362" y="0"/>
                </a:lnTo>
                <a:lnTo>
                  <a:pt x="5362362" y="5362362"/>
                </a:lnTo>
                <a:lnTo>
                  <a:pt x="0" y="5362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39123" y="4303474"/>
            <a:ext cx="6827651" cy="1114504"/>
            <a:chOff x="0" y="0"/>
            <a:chExt cx="9103535" cy="148600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324994" y="261303"/>
              <a:ext cx="7778541" cy="877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42"/>
                </a:lnSpc>
                <a:spcBef>
                  <a:spcPct val="0"/>
                </a:spcBef>
              </a:pPr>
              <a:r>
                <a:rPr lang="en-US" sz="3816" spc="190">
                  <a:solidFill>
                    <a:srgbClr val="000000"/>
                  </a:solidFill>
                  <a:latin typeface="Acherus Militant Light"/>
                  <a:ea typeface="Acherus Militant Light"/>
                  <a:cs typeface="Acherus Militant Light"/>
                  <a:sym typeface="Acherus Militant Light"/>
                </a:rPr>
                <a:t>SUB HEADINGS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8499" cy="1486005"/>
            </a:xfrm>
            <a:custGeom>
              <a:avLst/>
              <a:gdLst/>
              <a:ahLst/>
              <a:cxnLst/>
              <a:rect r="r" b="b" t="t" l="l"/>
              <a:pathLst>
                <a:path h="1486005" w="1088499">
                  <a:moveTo>
                    <a:pt x="0" y="0"/>
                  </a:moveTo>
                  <a:lnTo>
                    <a:pt x="1088499" y="0"/>
                  </a:lnTo>
                  <a:lnTo>
                    <a:pt x="1088499" y="1486005"/>
                  </a:lnTo>
                  <a:lnTo>
                    <a:pt x="0" y="1486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07497" y="-181182"/>
            <a:ext cx="1964328" cy="1964328"/>
          </a:xfrm>
          <a:custGeom>
            <a:avLst/>
            <a:gdLst/>
            <a:ahLst/>
            <a:cxnLst/>
            <a:rect r="r" b="b" t="t" l="l"/>
            <a:pathLst>
              <a:path h="1964328" w="1964328">
                <a:moveTo>
                  <a:pt x="0" y="0"/>
                </a:moveTo>
                <a:lnTo>
                  <a:pt x="1964328" y="0"/>
                </a:lnTo>
                <a:lnTo>
                  <a:pt x="1964328" y="1964328"/>
                </a:lnTo>
                <a:lnTo>
                  <a:pt x="0" y="1964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82607" y="2078421"/>
            <a:ext cx="9367017" cy="130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1"/>
              </a:lnSpc>
            </a:pPr>
            <a:r>
              <a:rPr lang="en-US" sz="9001" spc="2700">
                <a:solidFill>
                  <a:srgbClr val="000000"/>
                </a:solidFill>
                <a:latin typeface="Calps Sans"/>
                <a:ea typeface="Calps Sans"/>
                <a:cs typeface="Calps Sans"/>
                <a:sym typeface="Calps Sans"/>
              </a:rPr>
              <a:t>MAIN TITLE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79490" y="3036571"/>
            <a:ext cx="9513029" cy="1114504"/>
            <a:chOff x="0" y="0"/>
            <a:chExt cx="12684038" cy="148600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324994" y="251778"/>
              <a:ext cx="11359044" cy="996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82"/>
                </a:lnSpc>
                <a:spcBef>
                  <a:spcPct val="0"/>
                </a:spcBef>
              </a:pPr>
              <a:r>
                <a:rPr lang="en-US" sz="4415" spc="220">
                  <a:solidFill>
                    <a:srgbClr val="000000"/>
                  </a:solidFill>
                  <a:latin typeface="Acherus Militant Light"/>
                  <a:ea typeface="Acherus Militant Light"/>
                  <a:cs typeface="Acherus Militant Light"/>
                  <a:sym typeface="Acherus Militant Light"/>
                </a:rPr>
                <a:t>HEADINGS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8499" cy="1486005"/>
            </a:xfrm>
            <a:custGeom>
              <a:avLst/>
              <a:gdLst/>
              <a:ahLst/>
              <a:cxnLst/>
              <a:rect r="r" b="b" t="t" l="l"/>
              <a:pathLst>
                <a:path h="1486005" w="1088499">
                  <a:moveTo>
                    <a:pt x="0" y="0"/>
                  </a:moveTo>
                  <a:lnTo>
                    <a:pt x="1088499" y="0"/>
                  </a:lnTo>
                  <a:lnTo>
                    <a:pt x="1088499" y="1486005"/>
                  </a:lnTo>
                  <a:lnTo>
                    <a:pt x="0" y="1486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220663" y="2713751"/>
            <a:ext cx="3343712" cy="2704227"/>
          </a:xfrm>
          <a:custGeom>
            <a:avLst/>
            <a:gdLst/>
            <a:ahLst/>
            <a:cxnLst/>
            <a:rect r="r" b="b" t="t" l="l"/>
            <a:pathLst>
              <a:path h="2704227" w="3343712">
                <a:moveTo>
                  <a:pt x="0" y="0"/>
                </a:moveTo>
                <a:lnTo>
                  <a:pt x="3343711" y="0"/>
                </a:lnTo>
                <a:lnTo>
                  <a:pt x="3343711" y="2704227"/>
                </a:lnTo>
                <a:lnTo>
                  <a:pt x="0" y="27042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38476" y="8034059"/>
            <a:ext cx="7315200" cy="2432304"/>
          </a:xfrm>
          <a:custGeom>
            <a:avLst/>
            <a:gdLst/>
            <a:ahLst/>
            <a:cxnLst/>
            <a:rect r="r" b="b" t="t" l="l"/>
            <a:pathLst>
              <a:path h="2432304" w="7315200">
                <a:moveTo>
                  <a:pt x="0" y="0"/>
                </a:moveTo>
                <a:lnTo>
                  <a:pt x="7315200" y="0"/>
                </a:lnTo>
                <a:lnTo>
                  <a:pt x="7315200" y="2432304"/>
                </a:lnTo>
                <a:lnTo>
                  <a:pt x="0" y="24323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276" y="7861885"/>
            <a:ext cx="1659347" cy="1615789"/>
          </a:xfrm>
          <a:custGeom>
            <a:avLst/>
            <a:gdLst/>
            <a:ahLst/>
            <a:cxnLst/>
            <a:rect r="r" b="b" t="t" l="l"/>
            <a:pathLst>
              <a:path h="1615789" w="1659347">
                <a:moveTo>
                  <a:pt x="0" y="0"/>
                </a:moveTo>
                <a:lnTo>
                  <a:pt x="1659347" y="0"/>
                </a:lnTo>
                <a:lnTo>
                  <a:pt x="1659347" y="1615789"/>
                </a:lnTo>
                <a:lnTo>
                  <a:pt x="0" y="16157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992212" y="487288"/>
            <a:ext cx="1580789" cy="2226463"/>
          </a:xfrm>
          <a:custGeom>
            <a:avLst/>
            <a:gdLst/>
            <a:ahLst/>
            <a:cxnLst/>
            <a:rect r="r" b="b" t="t" l="l"/>
            <a:pathLst>
              <a:path h="2226463" w="1580789">
                <a:moveTo>
                  <a:pt x="0" y="0"/>
                </a:moveTo>
                <a:lnTo>
                  <a:pt x="1580789" y="0"/>
                </a:lnTo>
                <a:lnTo>
                  <a:pt x="1580789" y="2226463"/>
                </a:lnTo>
                <a:lnTo>
                  <a:pt x="0" y="22264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466775" y="0"/>
            <a:ext cx="2425744" cy="1782922"/>
          </a:xfrm>
          <a:custGeom>
            <a:avLst/>
            <a:gdLst/>
            <a:ahLst/>
            <a:cxnLst/>
            <a:rect r="r" b="b" t="t" l="l"/>
            <a:pathLst>
              <a:path h="1782922" w="2425744">
                <a:moveTo>
                  <a:pt x="0" y="0"/>
                </a:moveTo>
                <a:lnTo>
                  <a:pt x="2425744" y="0"/>
                </a:lnTo>
                <a:lnTo>
                  <a:pt x="2425744" y="1782922"/>
                </a:lnTo>
                <a:lnTo>
                  <a:pt x="0" y="17829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319461" y="2561077"/>
            <a:ext cx="3883342" cy="4114800"/>
          </a:xfrm>
          <a:custGeom>
            <a:avLst/>
            <a:gdLst/>
            <a:ahLst/>
            <a:cxnLst/>
            <a:rect r="r" b="b" t="t" l="l"/>
            <a:pathLst>
              <a:path h="4114800" w="3883342">
                <a:moveTo>
                  <a:pt x="0" y="0"/>
                </a:moveTo>
                <a:lnTo>
                  <a:pt x="3883343" y="0"/>
                </a:lnTo>
                <a:lnTo>
                  <a:pt x="38833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71459" y="6771127"/>
            <a:ext cx="9367017" cy="351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6"/>
              </a:lnSpc>
            </a:pPr>
            <a:r>
              <a:rPr lang="en-US" sz="12300" spc="369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SPEECH QUOTE</a:t>
            </a:r>
          </a:p>
        </p:txBody>
      </p:sp>
      <p:sp>
        <p:nvSpPr>
          <p:cNvPr name="AutoShape 19" id="19"/>
          <p:cNvSpPr/>
          <p:nvPr/>
        </p:nvSpPr>
        <p:spPr>
          <a:xfrm>
            <a:off x="3311031" y="10257277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136004" y="8540843"/>
            <a:ext cx="5013620" cy="1418736"/>
            <a:chOff x="0" y="0"/>
            <a:chExt cx="1481043" cy="419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81043" cy="419100"/>
            </a:xfrm>
            <a:custGeom>
              <a:avLst/>
              <a:gdLst/>
              <a:ahLst/>
              <a:cxnLst/>
              <a:rect r="r" b="b" t="t" l="l"/>
              <a:pathLst>
                <a:path h="419100" w="1481043">
                  <a:moveTo>
                    <a:pt x="30160" y="0"/>
                  </a:moveTo>
                  <a:lnTo>
                    <a:pt x="1450883" y="0"/>
                  </a:lnTo>
                  <a:cubicBezTo>
                    <a:pt x="1467540" y="0"/>
                    <a:pt x="1481043" y="13503"/>
                    <a:pt x="1481043" y="30160"/>
                  </a:cubicBezTo>
                  <a:lnTo>
                    <a:pt x="1481043" y="388940"/>
                  </a:lnTo>
                  <a:cubicBezTo>
                    <a:pt x="1481043" y="405597"/>
                    <a:pt x="1467540" y="419100"/>
                    <a:pt x="1450883" y="419100"/>
                  </a:cubicBezTo>
                  <a:lnTo>
                    <a:pt x="30160" y="419100"/>
                  </a:lnTo>
                  <a:cubicBezTo>
                    <a:pt x="13503" y="419100"/>
                    <a:pt x="0" y="405597"/>
                    <a:pt x="0" y="388940"/>
                  </a:cubicBezTo>
                  <a:lnTo>
                    <a:pt x="0" y="30160"/>
                  </a:lnTo>
                  <a:cubicBezTo>
                    <a:pt x="0" y="13503"/>
                    <a:pt x="13503" y="0"/>
                    <a:pt x="30160" y="0"/>
                  </a:cubicBezTo>
                  <a:close/>
                </a:path>
              </a:pathLst>
            </a:custGeom>
            <a:solidFill>
              <a:srgbClr val="20D8E5"/>
            </a:solidFill>
            <a:ln w="38100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481043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144000" y="5351303"/>
            <a:ext cx="3055649" cy="40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0"/>
              </a:lnSpc>
              <a:spcBef>
                <a:spcPct val="0"/>
              </a:spcBef>
            </a:pPr>
            <a:r>
              <a:rPr lang="en-US" sz="2214" spc="110">
                <a:solidFill>
                  <a:srgbClr val="000000"/>
                </a:solidFill>
                <a:latin typeface="Acherus Militant Light"/>
                <a:ea typeface="Acherus Militant Light"/>
                <a:cs typeface="Acherus Militant Light"/>
                <a:sym typeface="Acherus Militant Light"/>
              </a:rPr>
              <a:t>MAIN BODY TEXT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11791" y="6205241"/>
            <a:ext cx="7971955" cy="40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0"/>
              </a:lnSpc>
              <a:spcBef>
                <a:spcPct val="0"/>
              </a:spcBef>
            </a:pPr>
            <a:r>
              <a:rPr lang="en-US" sz="2214" spc="110">
                <a:solidFill>
                  <a:srgbClr val="000000"/>
                </a:solidFill>
                <a:latin typeface="Acherus Militant Light"/>
                <a:ea typeface="Acherus Militant Light"/>
                <a:cs typeface="Acherus Militant Light"/>
                <a:sym typeface="Acherus Militant Light"/>
              </a:rPr>
              <a:t>MAIN BODY </a:t>
            </a:r>
            <a:r>
              <a:rPr lang="en-US" b="true" sz="2214" spc="110">
                <a:solidFill>
                  <a:srgbClr val="000000"/>
                </a:solidFill>
                <a:latin typeface="Acherus Militant Bold"/>
                <a:ea typeface="Acherus Militant Bold"/>
                <a:cs typeface="Acherus Militant Bold"/>
                <a:sym typeface="Acherus Militant Bold"/>
              </a:rPr>
              <a:t>TEXT WITH BOLDNESS FOR EMPHASIS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84987" y="7013993"/>
            <a:ext cx="7971955" cy="79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0"/>
              </a:lnSpc>
              <a:spcBef>
                <a:spcPct val="0"/>
              </a:spcBef>
            </a:pPr>
            <a:r>
              <a:rPr lang="en-US" sz="2214" spc="110">
                <a:solidFill>
                  <a:srgbClr val="000000"/>
                </a:solidFill>
                <a:latin typeface="Acherus Militant Light"/>
                <a:ea typeface="Acherus Militant Light"/>
                <a:cs typeface="Acherus Militant Light"/>
                <a:sym typeface="Acherus Militant Light"/>
              </a:rPr>
              <a:t>MAIN BODY</a:t>
            </a:r>
            <a:r>
              <a:rPr lang="en-US" sz="2214" spc="110">
                <a:solidFill>
                  <a:srgbClr val="FF0052"/>
                </a:solidFill>
                <a:latin typeface="Acherus Militant Light"/>
                <a:ea typeface="Acherus Militant Light"/>
                <a:cs typeface="Acherus Militant Light"/>
                <a:sym typeface="Acherus Militant Light"/>
              </a:rPr>
              <a:t> </a:t>
            </a:r>
            <a:r>
              <a:rPr lang="en-US" b="true" sz="2214" spc="110">
                <a:solidFill>
                  <a:srgbClr val="FF0052"/>
                </a:solidFill>
                <a:latin typeface="Acherus Militant Bold"/>
                <a:ea typeface="Acherus Militant Bold"/>
                <a:cs typeface="Acherus Militant Bold"/>
                <a:sym typeface="Acherus Militant Bold"/>
              </a:rPr>
              <a:t>TEXT</a:t>
            </a:r>
            <a:r>
              <a:rPr lang="en-US" b="true" sz="2214" spc="110">
                <a:solidFill>
                  <a:srgbClr val="000000"/>
                </a:solidFill>
                <a:latin typeface="Acherus Militant Bold"/>
                <a:ea typeface="Acherus Militant Bold"/>
                <a:cs typeface="Acherus Militant Bold"/>
                <a:sym typeface="Acherus Militant Bold"/>
              </a:rPr>
              <a:t> WITH RED TYPE FOR IMPORTANT WORDS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51620" y="-497759"/>
            <a:ext cx="10784759" cy="10784759"/>
          </a:xfrm>
          <a:custGeom>
            <a:avLst/>
            <a:gdLst/>
            <a:ahLst/>
            <a:cxnLst/>
            <a:rect r="r" b="b" t="t" l="l"/>
            <a:pathLst>
              <a:path h="10784759" w="10784759">
                <a:moveTo>
                  <a:pt x="0" y="0"/>
                </a:moveTo>
                <a:lnTo>
                  <a:pt x="10784760" y="0"/>
                </a:lnTo>
                <a:lnTo>
                  <a:pt x="10784760" y="10784759"/>
                </a:lnTo>
                <a:lnTo>
                  <a:pt x="0" y="10784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741" y="2811337"/>
            <a:ext cx="17022602" cy="3356012"/>
            <a:chOff x="0" y="0"/>
            <a:chExt cx="22696803" cy="447468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3473296" y="2705941"/>
              <a:ext cx="19223507" cy="176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882"/>
                </a:lnSpc>
                <a:spcBef>
                  <a:spcPct val="0"/>
                </a:spcBef>
              </a:pPr>
              <a:r>
                <a:rPr lang="en-US" sz="7773" spc="388">
                  <a:solidFill>
                    <a:srgbClr val="000000"/>
                  </a:solidFill>
                  <a:latin typeface="Acherus Militant Light"/>
                  <a:ea typeface="Acherus Militant Light"/>
                  <a:cs typeface="Acherus Militant Light"/>
                  <a:sym typeface="Acherus Militant Light"/>
                </a:rPr>
                <a:t>JESUS NEVER MEANT THAT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77705" cy="4474682"/>
            </a:xfrm>
            <a:custGeom>
              <a:avLst/>
              <a:gdLst/>
              <a:ahLst/>
              <a:cxnLst/>
              <a:rect r="r" b="b" t="t" l="l"/>
              <a:pathLst>
                <a:path h="4474682" w="3277705">
                  <a:moveTo>
                    <a:pt x="0" y="0"/>
                  </a:moveTo>
                  <a:lnTo>
                    <a:pt x="3277705" y="0"/>
                  </a:lnTo>
                  <a:lnTo>
                    <a:pt x="3277705" y="4474682"/>
                  </a:lnTo>
                  <a:lnTo>
                    <a:pt x="0" y="4474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630600" y="22141"/>
            <a:ext cx="5121359" cy="5121359"/>
          </a:xfrm>
          <a:custGeom>
            <a:avLst/>
            <a:gdLst/>
            <a:ahLst/>
            <a:cxnLst/>
            <a:rect r="r" b="b" t="t" l="l"/>
            <a:pathLst>
              <a:path h="5121359" w="5121359">
                <a:moveTo>
                  <a:pt x="0" y="0"/>
                </a:moveTo>
                <a:lnTo>
                  <a:pt x="5121359" y="0"/>
                </a:lnTo>
                <a:lnTo>
                  <a:pt x="5121359" y="5121359"/>
                </a:lnTo>
                <a:lnTo>
                  <a:pt x="0" y="5121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4448394" y="6167349"/>
            <a:ext cx="12854538" cy="952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9738" y="9727119"/>
            <a:ext cx="4856353" cy="40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0"/>
              </a:lnSpc>
              <a:spcBef>
                <a:spcPct val="0"/>
              </a:spcBef>
            </a:pPr>
            <a:r>
              <a:rPr lang="en-US" sz="2214" spc="110">
                <a:solidFill>
                  <a:srgbClr val="000000"/>
                </a:solidFill>
                <a:latin typeface="Acherus Militant"/>
                <a:ea typeface="Acherus Militant"/>
                <a:cs typeface="Acherus Militant"/>
                <a:sym typeface="Acherus Militant"/>
              </a:rPr>
              <a:t>CHURCHTHREESIXTEEN.CO.UK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34329" y="6053049"/>
            <a:ext cx="14417630" cy="113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2"/>
              </a:lnSpc>
              <a:spcBef>
                <a:spcPct val="0"/>
              </a:spcBef>
            </a:pPr>
            <a:r>
              <a:rPr lang="en-US" sz="6673" spc="3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week one: god wants you rich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317" y="366505"/>
            <a:ext cx="12192159" cy="2164053"/>
            <a:chOff x="0" y="0"/>
            <a:chExt cx="16256212" cy="288540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782071" y="542482"/>
              <a:ext cx="14474142" cy="2342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47"/>
                </a:lnSpc>
                <a:spcBef>
                  <a:spcPct val="0"/>
                </a:spcBef>
              </a:pPr>
              <a:r>
                <a:rPr lang="en-US" sz="10319" spc="515">
                  <a:solidFill>
                    <a:srgbClr val="000000"/>
                  </a:solidFill>
                  <a:latin typeface="Acherus Militant Light"/>
                  <a:ea typeface="Acherus Militant Light"/>
                  <a:cs typeface="Acherus Militant Light"/>
                  <a:sym typeface="Acherus Militant Light"/>
                </a:rPr>
                <a:t>THE PROBLEM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2071" cy="2432861"/>
            </a:xfrm>
            <a:custGeom>
              <a:avLst/>
              <a:gdLst/>
              <a:ahLst/>
              <a:cxnLst/>
              <a:rect r="r" b="b" t="t" l="l"/>
              <a:pathLst>
                <a:path h="2432861" w="1782071">
                  <a:moveTo>
                    <a:pt x="0" y="0"/>
                  </a:moveTo>
                  <a:lnTo>
                    <a:pt x="1782071" y="0"/>
                  </a:lnTo>
                  <a:lnTo>
                    <a:pt x="1782071" y="2432861"/>
                  </a:lnTo>
                  <a:lnTo>
                    <a:pt x="0" y="2432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035906" y="0"/>
            <a:ext cx="4252094" cy="10287000"/>
          </a:xfrm>
          <a:custGeom>
            <a:avLst/>
            <a:gdLst/>
            <a:ahLst/>
            <a:cxnLst/>
            <a:rect r="r" b="b" t="t" l="l"/>
            <a:pathLst>
              <a:path h="10287000" w="4252094">
                <a:moveTo>
                  <a:pt x="0" y="0"/>
                </a:moveTo>
                <a:lnTo>
                  <a:pt x="4252094" y="0"/>
                </a:lnTo>
                <a:lnTo>
                  <a:pt x="42520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0062" t="0" r="-1250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89711" y="4618672"/>
            <a:ext cx="5808140" cy="2531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2"/>
              </a:lnSpc>
            </a:pPr>
            <a:r>
              <a:rPr lang="en-US" sz="4466" spc="134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problem is giving to get </a:t>
            </a:r>
            <a:r>
              <a:rPr lang="en-US" b="true" sz="4466" i="true" spc="1340">
                <a:solidFill>
                  <a:srgbClr val="FF0052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rich</a:t>
            </a:r>
            <a:r>
              <a:rPr lang="en-US" sz="4466" spc="134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turns God into an ATM.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738" y="9727119"/>
            <a:ext cx="4856353" cy="40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0"/>
              </a:lnSpc>
              <a:spcBef>
                <a:spcPct val="0"/>
              </a:spcBef>
            </a:pPr>
            <a:r>
              <a:rPr lang="en-US" sz="2214" spc="110">
                <a:solidFill>
                  <a:srgbClr val="000000"/>
                </a:solidFill>
                <a:latin typeface="Acherus Militant"/>
                <a:ea typeface="Acherus Militant"/>
                <a:cs typeface="Acherus Militant"/>
                <a:sym typeface="Acherus Militant"/>
              </a:rPr>
              <a:t>CHURCHTHREESIXTEEN.CO.UK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317" y="705912"/>
            <a:ext cx="12192159" cy="1824646"/>
            <a:chOff x="0" y="0"/>
            <a:chExt cx="16256212" cy="243286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782071" y="89940"/>
              <a:ext cx="14474142" cy="2342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47"/>
                </a:lnSpc>
                <a:spcBef>
                  <a:spcPct val="0"/>
                </a:spcBef>
              </a:pPr>
              <a:r>
                <a:rPr lang="en-US" sz="10319" spc="515">
                  <a:solidFill>
                    <a:srgbClr val="000000"/>
                  </a:solidFill>
                  <a:latin typeface="Acherus Militant Light"/>
                  <a:ea typeface="Acherus Militant Light"/>
                  <a:cs typeface="Acherus Militant Light"/>
                  <a:sym typeface="Acherus Militant Light"/>
                </a:rPr>
                <a:t>THE TRUTH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2071" cy="2432861"/>
            </a:xfrm>
            <a:custGeom>
              <a:avLst/>
              <a:gdLst/>
              <a:ahLst/>
              <a:cxnLst/>
              <a:rect r="r" b="b" t="t" l="l"/>
              <a:pathLst>
                <a:path h="2432861" w="1782071">
                  <a:moveTo>
                    <a:pt x="0" y="0"/>
                  </a:moveTo>
                  <a:lnTo>
                    <a:pt x="1782071" y="0"/>
                  </a:lnTo>
                  <a:lnTo>
                    <a:pt x="1782071" y="2432861"/>
                  </a:lnTo>
                  <a:lnTo>
                    <a:pt x="0" y="2432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035906" y="0"/>
            <a:ext cx="4252094" cy="10287000"/>
          </a:xfrm>
          <a:custGeom>
            <a:avLst/>
            <a:gdLst/>
            <a:ahLst/>
            <a:cxnLst/>
            <a:rect r="r" b="b" t="t" l="l"/>
            <a:pathLst>
              <a:path h="10287000" w="4252094">
                <a:moveTo>
                  <a:pt x="0" y="0"/>
                </a:moveTo>
                <a:lnTo>
                  <a:pt x="4252094" y="0"/>
                </a:lnTo>
                <a:lnTo>
                  <a:pt x="42520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0062" t="0" r="-1250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75920" y="2306445"/>
            <a:ext cx="7998798" cy="43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866" spc="860">
                <a:solidFill>
                  <a:srgbClr val="000000"/>
                </a:solidFill>
                <a:latin typeface="Acherus Militant"/>
                <a:ea typeface="Acherus Militant"/>
                <a:cs typeface="Acherus Militant"/>
                <a:sym typeface="Acherus Militant"/>
              </a:rPr>
              <a:t>WHAT JESUS ACTUALLY SAID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738" y="9736644"/>
            <a:ext cx="4856353" cy="39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0"/>
              </a:lnSpc>
              <a:spcBef>
                <a:spcPct val="0"/>
              </a:spcBef>
            </a:pPr>
            <a:r>
              <a:rPr lang="en-US" sz="2214" spc="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churchthreesixteen.co.uk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2656" y="3945054"/>
            <a:ext cx="11590777" cy="97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  <a:spcBef>
                <a:spcPct val="0"/>
              </a:spcBef>
            </a:pPr>
            <a:r>
              <a:rPr lang="en-US" b="true" sz="2814" spc="14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Malachi 3:10 </a:t>
            </a:r>
            <a:r>
              <a:rPr lang="en-US" sz="2814" spc="14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— "Bring the full tithe into the storehouse..." (temple context, not individual wealth formula)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2656" y="5086350"/>
            <a:ext cx="12652525" cy="97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  <a:spcBef>
                <a:spcPct val="0"/>
              </a:spcBef>
            </a:pPr>
            <a:r>
              <a:rPr lang="en-US" b="true" sz="2814" spc="14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Luke 6:38</a:t>
            </a:r>
            <a:r>
              <a:rPr lang="en-US" sz="2814" spc="14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— "Give, and it will be given to you..." (context: mercy and love, not money harvest)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2656" y="6230241"/>
            <a:ext cx="12506482" cy="295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  <a:spcBef>
                <a:spcPct val="0"/>
              </a:spcBef>
            </a:pPr>
            <a:r>
              <a:rPr lang="en-US" b="true" sz="2814" spc="14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Matthew 6:19-24</a:t>
            </a:r>
          </a:p>
          <a:p>
            <a:pPr algn="l">
              <a:lnSpc>
                <a:spcPts val="3940"/>
              </a:lnSpc>
              <a:spcBef>
                <a:spcPct val="0"/>
              </a:spcBef>
            </a:pPr>
            <a:r>
              <a:rPr lang="en-US" sz="2814" spc="14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"Do not lay up for yourselves treasures on earth... </a:t>
            </a:r>
            <a:r>
              <a:rPr lang="en-US" b="true" sz="2814" spc="140">
                <a:solidFill>
                  <a:srgbClr val="FF0052"/>
                </a:solidFill>
                <a:latin typeface="DM Sans Bold"/>
                <a:ea typeface="DM Sans Bold"/>
                <a:cs typeface="DM Sans Bold"/>
                <a:sym typeface="DM Sans Bold"/>
              </a:rPr>
              <a:t>You cannot serve God and money</a:t>
            </a:r>
            <a:r>
              <a:rPr lang="en-US" sz="2814" spc="14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For where your treasure is, there your heart will be also."</a:t>
            </a:r>
            <a:r>
              <a:rPr lang="en-US" b="true" sz="2814" spc="140">
                <a:solidFill>
                  <a:srgbClr val="FF0052"/>
                </a:solidFill>
                <a:latin typeface="DM Sans Bold"/>
                <a:ea typeface="DM Sans Bold"/>
                <a:cs typeface="DM Sans Bold"/>
                <a:sym typeface="DM Sans Bold"/>
              </a:rPr>
              <a:t>1 Timothy 6:6-10</a:t>
            </a:r>
            <a:r>
              <a:rPr lang="en-US" sz="2814" spc="14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— "Godliness with contentment is great gain... The love of money is a root of all kinds of evils."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317" y="705912"/>
            <a:ext cx="12192159" cy="1824646"/>
            <a:chOff x="0" y="0"/>
            <a:chExt cx="16256212" cy="243286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782071" y="147090"/>
              <a:ext cx="14474142" cy="2285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47"/>
                </a:lnSpc>
                <a:spcBef>
                  <a:spcPct val="0"/>
                </a:spcBef>
              </a:pPr>
              <a:r>
                <a:rPr lang="en-US" sz="10319" spc="515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SO WHAT?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2071" cy="2432861"/>
            </a:xfrm>
            <a:custGeom>
              <a:avLst/>
              <a:gdLst/>
              <a:ahLst/>
              <a:cxnLst/>
              <a:rect r="r" b="b" t="t" l="l"/>
              <a:pathLst>
                <a:path h="2432861" w="1782071">
                  <a:moveTo>
                    <a:pt x="0" y="0"/>
                  </a:moveTo>
                  <a:lnTo>
                    <a:pt x="1782071" y="0"/>
                  </a:lnTo>
                  <a:lnTo>
                    <a:pt x="1782071" y="2432861"/>
                  </a:lnTo>
                  <a:lnTo>
                    <a:pt x="0" y="2432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035906" y="0"/>
            <a:ext cx="4252094" cy="10287000"/>
          </a:xfrm>
          <a:custGeom>
            <a:avLst/>
            <a:gdLst/>
            <a:ahLst/>
            <a:cxnLst/>
            <a:rect r="r" b="b" t="t" l="l"/>
            <a:pathLst>
              <a:path h="10287000" w="4252094">
                <a:moveTo>
                  <a:pt x="0" y="0"/>
                </a:moveTo>
                <a:lnTo>
                  <a:pt x="4252094" y="0"/>
                </a:lnTo>
                <a:lnTo>
                  <a:pt x="42520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0062" t="0" r="-1250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50892" y="2335020"/>
            <a:ext cx="5370009" cy="41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866" spc="8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BOTTOM 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738" y="9746169"/>
            <a:ext cx="4856353" cy="38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0"/>
              </a:lnSpc>
              <a:spcBef>
                <a:spcPct val="0"/>
              </a:spcBef>
            </a:pPr>
            <a:r>
              <a:rPr lang="en-US" sz="2214" spc="11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CHURCHTHREESIXTEEN.CO.UK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3791" y="4166208"/>
            <a:ext cx="11103278" cy="299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5"/>
              </a:lnSpc>
            </a:pPr>
            <a:r>
              <a:rPr lang="en-US" sz="50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Jesus never *meant* that giving is a formula for personal wealth.</a:t>
            </a:r>
          </a:p>
          <a:p>
            <a:pPr algn="l">
              <a:lnSpc>
                <a:spcPts val="3789"/>
              </a:lnSpc>
            </a:pPr>
          </a:p>
          <a:p>
            <a:pPr algn="l">
              <a:lnSpc>
                <a:spcPts val="3789"/>
              </a:lnSpc>
            </a:pPr>
            <a:r>
              <a:rPr lang="en-US" sz="38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 meant generosity flows from a transformed heart, not a transaction.</a:t>
            </a:r>
          </a:p>
          <a:p>
            <a:pPr algn="l">
              <a:lnSpc>
                <a:spcPts val="2809"/>
              </a:lnSpc>
            </a:pPr>
          </a:p>
          <a:p>
            <a:pPr algn="l">
              <a:lnSpc>
                <a:spcPts val="2809"/>
              </a:lnSpc>
            </a:pPr>
          </a:p>
          <a:p>
            <a:pPr algn="l">
              <a:lnSpc>
                <a:spcPts val="2809"/>
              </a:lnSpc>
            </a:pPr>
          </a:p>
          <a:p>
            <a:pPr algn="l">
              <a:lnSpc>
                <a:spcPts val="2809"/>
              </a:lnSpc>
            </a:pPr>
            <a:r>
              <a:rPr lang="en-US" sz="2866" i="true" b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You cannot serve both God and money.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317" y="705912"/>
            <a:ext cx="12192159" cy="1824646"/>
            <a:chOff x="0" y="0"/>
            <a:chExt cx="16256212" cy="243286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782071" y="147090"/>
              <a:ext cx="14474142" cy="2285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47"/>
                </a:lnSpc>
                <a:spcBef>
                  <a:spcPct val="0"/>
                </a:spcBef>
              </a:pPr>
              <a:r>
                <a:rPr lang="en-US" sz="10319" spc="51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REFLECTION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2071" cy="2432861"/>
            </a:xfrm>
            <a:custGeom>
              <a:avLst/>
              <a:gdLst/>
              <a:ahLst/>
              <a:cxnLst/>
              <a:rect r="r" b="b" t="t" l="l"/>
              <a:pathLst>
                <a:path h="2432861" w="1782071">
                  <a:moveTo>
                    <a:pt x="0" y="0"/>
                  </a:moveTo>
                  <a:lnTo>
                    <a:pt x="1782071" y="0"/>
                  </a:lnTo>
                  <a:lnTo>
                    <a:pt x="1782071" y="2432861"/>
                  </a:lnTo>
                  <a:lnTo>
                    <a:pt x="0" y="2432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035906" y="0"/>
            <a:ext cx="4252094" cy="10287000"/>
          </a:xfrm>
          <a:custGeom>
            <a:avLst/>
            <a:gdLst/>
            <a:ahLst/>
            <a:cxnLst/>
            <a:rect r="r" b="b" t="t" l="l"/>
            <a:pathLst>
              <a:path h="10287000" w="4252094">
                <a:moveTo>
                  <a:pt x="0" y="0"/>
                </a:moveTo>
                <a:lnTo>
                  <a:pt x="4252094" y="0"/>
                </a:lnTo>
                <a:lnTo>
                  <a:pt x="42520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0062" t="0" r="-1250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77914" y="2335020"/>
            <a:ext cx="10554566" cy="41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866" spc="8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IMAGINE GIVING WITHOUT KEEPING SCORE WITH GOD...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738" y="9746169"/>
            <a:ext cx="4856353" cy="38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0"/>
              </a:lnSpc>
              <a:spcBef>
                <a:spcPct val="0"/>
              </a:spcBef>
            </a:pPr>
            <a:r>
              <a:rPr lang="en-US" sz="2214" spc="1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CHURCHTHREESIXTEEN.CO.UK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364050" y="96418"/>
            <a:ext cx="3343712" cy="2704227"/>
          </a:xfrm>
          <a:custGeom>
            <a:avLst/>
            <a:gdLst/>
            <a:ahLst/>
            <a:cxnLst/>
            <a:rect r="r" b="b" t="t" l="l"/>
            <a:pathLst>
              <a:path h="2704227" w="3343712">
                <a:moveTo>
                  <a:pt x="0" y="0"/>
                </a:moveTo>
                <a:lnTo>
                  <a:pt x="3343711" y="0"/>
                </a:lnTo>
                <a:lnTo>
                  <a:pt x="3343711" y="2704227"/>
                </a:lnTo>
                <a:lnTo>
                  <a:pt x="0" y="27042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741" y="2811337"/>
            <a:ext cx="17022602" cy="3356012"/>
            <a:chOff x="0" y="0"/>
            <a:chExt cx="22696803" cy="447468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3473296" y="2705941"/>
              <a:ext cx="19223507" cy="176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882"/>
                </a:lnSpc>
                <a:spcBef>
                  <a:spcPct val="0"/>
                </a:spcBef>
              </a:pPr>
              <a:r>
                <a:rPr lang="en-US" sz="7773" spc="388">
                  <a:solidFill>
                    <a:srgbClr val="000000"/>
                  </a:solidFill>
                  <a:latin typeface="Acherus Militant Light"/>
                  <a:ea typeface="Acherus Militant Light"/>
                  <a:cs typeface="Acherus Militant Light"/>
                  <a:sym typeface="Acherus Militant Light"/>
                </a:rPr>
                <a:t>JESUS NEVER MEANT THAT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77705" cy="4474682"/>
            </a:xfrm>
            <a:custGeom>
              <a:avLst/>
              <a:gdLst/>
              <a:ahLst/>
              <a:cxnLst/>
              <a:rect r="r" b="b" t="t" l="l"/>
              <a:pathLst>
                <a:path h="4474682" w="3277705">
                  <a:moveTo>
                    <a:pt x="0" y="0"/>
                  </a:moveTo>
                  <a:lnTo>
                    <a:pt x="3277705" y="0"/>
                  </a:lnTo>
                  <a:lnTo>
                    <a:pt x="3277705" y="4474682"/>
                  </a:lnTo>
                  <a:lnTo>
                    <a:pt x="0" y="4474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630600" y="22141"/>
            <a:ext cx="5121359" cy="5121359"/>
          </a:xfrm>
          <a:custGeom>
            <a:avLst/>
            <a:gdLst/>
            <a:ahLst/>
            <a:cxnLst/>
            <a:rect r="r" b="b" t="t" l="l"/>
            <a:pathLst>
              <a:path h="5121359" w="5121359">
                <a:moveTo>
                  <a:pt x="0" y="0"/>
                </a:moveTo>
                <a:lnTo>
                  <a:pt x="5121359" y="0"/>
                </a:lnTo>
                <a:lnTo>
                  <a:pt x="5121359" y="5121359"/>
                </a:lnTo>
                <a:lnTo>
                  <a:pt x="0" y="5121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4448394" y="6167349"/>
            <a:ext cx="12854538" cy="952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9738" y="9727119"/>
            <a:ext cx="4856353" cy="40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0"/>
              </a:lnSpc>
              <a:spcBef>
                <a:spcPct val="0"/>
              </a:spcBef>
            </a:pPr>
            <a:r>
              <a:rPr lang="en-US" sz="2214" spc="110">
                <a:solidFill>
                  <a:srgbClr val="000000"/>
                </a:solidFill>
                <a:latin typeface="Acherus Militant"/>
                <a:ea typeface="Acherus Militant"/>
                <a:cs typeface="Acherus Militant"/>
                <a:sym typeface="Acherus Militant"/>
              </a:rPr>
              <a:t>CHURCHTHREESIXTEEN.CO.UK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34329" y="6053049"/>
            <a:ext cx="14417630" cy="113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2"/>
              </a:lnSpc>
              <a:spcBef>
                <a:spcPct val="0"/>
              </a:spcBef>
            </a:pPr>
            <a:r>
              <a:rPr lang="en-US" sz="6673" spc="3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Next week: By His stripes you are healed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DAHIl_zD2tQ</dc:identifier>
  <dcterms:modified xsi:type="dcterms:W3CDTF">2011-08-01T06:04:30Z</dcterms:modified>
  <cp:revision>1</cp:revision>
  <dc:title>Brand pack v1</dc:title>
</cp:coreProperties>
</file>